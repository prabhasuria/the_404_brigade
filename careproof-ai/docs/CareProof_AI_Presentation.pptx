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64FFDA"/>
                </a:solidFill>
              </a:rPr>
              <a:t>GOOGLE H2S HACKATHON 2026 | SUBMISSION</a:t>
            </a:r>
          </a:p>
          <a:p>
            <a:pPr>
              <a:spcAft>
                <a:spcPts val="1400"/>
              </a:spcAft>
            </a:pPr>
            <a:r>
              <a:rPr b="1" sz="5200">
                <a:solidFill>
                  <a:srgbClr val="E6F1FF"/>
                </a:solidFill>
              </a:rPr>
              <a:t>CareProof AI</a:t>
            </a:r>
          </a:p>
          <a:p>
            <a:pPr>
              <a:spcAft>
                <a:spcPts val="2400"/>
              </a:spcAft>
            </a:pPr>
            <a:r>
              <a:rPr sz="2000">
                <a:solidFill>
                  <a:srgbClr val="8892B0"/>
                </a:solidFill>
              </a:rPr>
              <a:t>Transparent Social Media Medical Crowdfunding Connected to
Verified Hospital Escrow &amp; Thread-Safe Overfunding Protection</a:t>
            </a:r>
          </a:p>
          <a:p>
            <a:r>
              <a:rPr b="1" sz="1400">
                <a:solidFill>
                  <a:srgbClr val="64FFDA"/>
                </a:solidFill>
              </a:rPr>
              <a:t>Developed by: The 404 Brigade  |  Powered by: Google Gemini 2.0 &amp; Google Cloud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64FFDA"/>
                </a:solidFill>
              </a:rPr>
              <a:t>THE CRISIS IN SOCIAL CROWDFUNDING</a:t>
            </a:r>
          </a:p>
          <a:p>
            <a:r>
              <a:rPr b="1" sz="2600">
                <a:solidFill>
                  <a:srgbClr val="E6F1FF"/>
                </a:solidFill>
              </a:rPr>
              <a:t>Three Fatal Loopholes in Today's Medical Fundraising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3291840" cy="4023360"/>
          </a:xfrm>
          <a:prstGeom prst="roundRect">
            <a:avLst/>
          </a:prstGeom>
          <a:solidFill>
            <a:srgbClr val="172A45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64FFDA"/>
                </a:solidFill>
              </a:rPr>
              <a:t>🚨 1. Unverifiable Claims</a:t>
            </a:r>
          </a:p>
          <a:p>
            <a:r>
              <a:rPr sz="1400">
                <a:solidFill>
                  <a:srgbClr val="E6F1FF"/>
                </a:solidFill>
              </a:rPr>
              <a:t>Anyone can fabricate hospital bills or exaggerate medical estimates on social media.
• Zero automated clinical OCR
• Inflated target figures (+80-100%)
• Discrepancies go undetected by donors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011680"/>
            <a:ext cx="3291840" cy="4023360"/>
          </a:xfrm>
          <a:prstGeom prst="roundRect">
            <a:avLst/>
          </a:prstGeom>
          <a:solidFill>
            <a:srgbClr val="172A45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21945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64FFDA"/>
                </a:solidFill>
              </a:rPr>
              <a:t>💸 2. Creator Wallet Diversion</a:t>
            </a:r>
          </a:p>
          <a:p>
            <a:r>
              <a:rPr sz="1400">
                <a:solidFill>
                  <a:srgbClr val="E6F1FF"/>
                </a:solidFill>
              </a:rPr>
              <a:t>Donations flow straight into personal accounts, PayPal, or private UPI handles (e.g. limsontt1@fbl).
• Intermediary embezzlement risk
• No hospital billing oversight
• Creators control all disbursements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011680"/>
            <a:ext cx="3291840" cy="4023360"/>
          </a:xfrm>
          <a:prstGeom prst="roundRect">
            <a:avLst/>
          </a:prstGeom>
          <a:solidFill>
            <a:srgbClr val="172A45"/>
          </a:solidFill>
          <a:ln>
            <a:solidFill>
              <a:srgbClr val="28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59" y="21945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64FFDA"/>
                </a:solidFill>
              </a:rPr>
              <a:t>📈 3. Overfunding Black Holes</a:t>
            </a:r>
          </a:p>
          <a:p>
            <a:r>
              <a:rPr sz="1400">
                <a:solidFill>
                  <a:srgbClr val="E6F1FF"/>
                </a:solidFill>
              </a:rPr>
              <a:t>Viral posts continue raising money with zero real-time caps or surplus reconciliation.
• Viral campaigns raise 200-500% over bills
• Millions in excess remain unaccounted for
• No transparent refund or reallocation policy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64FFDA"/>
                </a:solidFill>
              </a:rPr>
              <a:t>OUR PARADIGM SHIFT</a:t>
            </a:r>
          </a:p>
          <a:p>
            <a:r>
              <a:rPr b="1" sz="2600">
                <a:solidFill>
                  <a:srgbClr val="E6F1FF"/>
                </a:solidFill>
              </a:rPr>
              <a:t>CareProof AI: Trust &amp; Verification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5029200" cy="182880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700">
                <a:solidFill>
                  <a:srgbClr val="64FFDA"/>
                </a:solidFill>
              </a:rPr>
              <a:t>✨ Google Gemini Verification</a:t>
            </a:r>
          </a:p>
          <a:p>
            <a:r>
              <a:rPr sz="1350">
                <a:solidFill>
                  <a:srgbClr val="E6F1FF"/>
                </a:solidFill>
              </a:rPr>
              <a:t>Clinical fact extraction &amp; discrepancy checking comparing claimed amounts against authentic hospital quotes. Human-in-the-Loop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182880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19456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700">
                <a:solidFill>
                  <a:srgbClr val="64FFDA"/>
                </a:solidFill>
              </a:rPr>
              <a:t>✨ Direct Hospital Escrow</a:t>
            </a:r>
          </a:p>
          <a:p>
            <a:r>
              <a:rPr sz="1350">
                <a:solidFill>
                  <a:srgbClr val="E6F1FF"/>
                </a:solidFill>
              </a:rPr>
              <a:t>Funds never touch creator wallets. 100% of proceeds route directly to Apollo, Fortis, or Tata Memorial Hospital escrow accounts.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5029200" cy="182880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29768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700">
                <a:solidFill>
                  <a:srgbClr val="64FFDA"/>
                </a:solidFill>
              </a:rPr>
              <a:t>✨ Thread-Safe Overfunding Cap</a:t>
            </a:r>
          </a:p>
          <a:p>
            <a:r>
              <a:rPr sz="1350">
                <a:solidFill>
                  <a:srgbClr val="E6F1FF"/>
                </a:solidFill>
              </a:rPr>
              <a:t>Atomic mutex lock shuts down donations at $0 remaining. Excess funds are automatically redirected to the Hospital Pediatric Emergency Pool.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029200" cy="182880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29768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700">
                <a:solidFill>
                  <a:srgbClr val="64FFDA"/>
                </a:solidFill>
              </a:rPr>
              <a:t>✨ Multimodal Story Scanner</a:t>
            </a:r>
          </a:p>
          <a:p>
            <a:r>
              <a:rPr sz="1350">
                <a:solidFill>
                  <a:srgbClr val="E6F1FF"/>
                </a:solidFill>
              </a:rPr>
              <a:t>Gemini Vision audits viral flyers, detects private UPI QR codes, identifies missing doctors, and maps campaigns to verified ledgers.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64FFDA"/>
                </a:solidFill>
              </a:rPr>
              <a:t>SYSTEM ENGINEERING</a:t>
            </a:r>
          </a:p>
          <a:p>
            <a:r>
              <a:rPr b="1" sz="2600">
                <a:solidFill>
                  <a:srgbClr val="E6F1FF"/>
                </a:solidFill>
              </a:rPr>
              <a:t>End-to-End Architectural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2011680" cy="402336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9456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64FFDA"/>
                </a:solidFill>
              </a:rPr>
              <a:t>1. Ingestion &amp; AI OCR</a:t>
            </a:r>
          </a:p>
          <a:p>
            <a:r>
              <a:rPr sz="1300">
                <a:solidFill>
                  <a:srgbClr val="E6F1FF"/>
                </a:solidFill>
              </a:rPr>
              <a:t>Creator submits bill; Gemini extracts line-items &amp; computes Trust Score (0-100).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2011680"/>
            <a:ext cx="2011680" cy="402336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219456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64FFDA"/>
                </a:solidFill>
              </a:rPr>
              <a:t>2. Human-in-the-Loop</a:t>
            </a:r>
          </a:p>
          <a:p>
            <a:r>
              <a:rPr sz="1300">
                <a:solidFill>
                  <a:srgbClr val="E6F1FF"/>
                </a:solidFill>
              </a:rPr>
              <a:t>Medical verifiers inspect discrepancies &amp; issue tamper-evident SHA-256 hash.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011680"/>
            <a:ext cx="2011680" cy="402336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219456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64FFDA"/>
                </a:solidFill>
              </a:rPr>
              <a:t>3. Multilingual Reels</a:t>
            </a:r>
          </a:p>
          <a:p>
            <a:r>
              <a:rPr sz="1300">
                <a:solidFill>
                  <a:srgbClr val="E6F1FF"/>
                </a:solidFill>
              </a:rPr>
              <a:t>Gemini Creator Studio generates 9:16 vertical scripts &amp; captions in 6 languages.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011680"/>
            <a:ext cx="2011680" cy="402336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19456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64FFDA"/>
                </a:solidFill>
              </a:rPr>
              <a:t>4. Escrow Routing</a:t>
            </a:r>
          </a:p>
          <a:p>
            <a:r>
              <a:rPr sz="1300">
                <a:solidFill>
                  <a:srgbClr val="E6F1FF"/>
                </a:solidFill>
              </a:rPr>
              <a:t>Donors click verified link; funds route directly to hospital escrow sub-account.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2011680"/>
            <a:ext cx="2011680" cy="4023360"/>
          </a:xfrm>
          <a:prstGeom prst="roundRect">
            <a:avLst/>
          </a:prstGeom>
          <a:solidFill>
            <a:srgbClr val="172A45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219456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64FFDA"/>
                </a:solidFill>
              </a:rPr>
              <a:t>5. Mutex Overfunding Lock</a:t>
            </a:r>
          </a:p>
          <a:p>
            <a:r>
              <a:rPr sz="1300">
                <a:solidFill>
                  <a:srgbClr val="E6F1FF"/>
                </a:solidFill>
              </a:rPr>
              <a:t>Instant target met: Engine locks donations &amp; diverts surplus to pediatric pool.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64FFDA"/>
                </a:solidFill>
              </a:rPr>
              <a:t>TECHNOLOGY STACK</a:t>
            </a:r>
          </a:p>
          <a:p>
            <a:r>
              <a:rPr b="1" sz="2600">
                <a:solidFill>
                  <a:srgbClr val="E6F1FF"/>
                </a:solidFill>
              </a:rPr>
              <a:t>Google Technologies &amp; Cloud Utilities Powering CareProof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5029200" cy="118872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48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64FFDA"/>
                </a:solidFill>
              </a:rPr>
              <a:t>🔷 Google Gemini 2.0 Flash</a:t>
            </a:r>
          </a:p>
          <a:p>
            <a:r>
              <a:rPr sz="1250">
                <a:solidFill>
                  <a:srgbClr val="E6F1FF"/>
                </a:solidFill>
              </a:rPr>
              <a:t>Multimodal Vision for viral flyer forensic scans &amp; real-time clinical quote extraction.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118872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2148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64FFDA"/>
                </a:solidFill>
              </a:rPr>
              <a:t>🔷 Google Gemini 1.5 Pro</a:t>
            </a:r>
          </a:p>
          <a:p>
            <a:r>
              <a:rPr sz="1250">
                <a:solidFill>
                  <a:srgbClr val="E6F1FF"/>
                </a:solidFill>
              </a:rPr>
              <a:t>Multilingual 9:16 Reel scripts across 6 languages &amp; plain-language story translation.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83280"/>
            <a:ext cx="5029200" cy="118872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520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64FFDA"/>
                </a:solidFill>
              </a:rPr>
              <a:t>🔷 Google Cloud Run</a:t>
            </a:r>
          </a:p>
          <a:p>
            <a:r>
              <a:rPr sz="1250">
                <a:solidFill>
                  <a:srgbClr val="E6F1FF"/>
                </a:solidFill>
              </a:rPr>
              <a:t>Serverless containerized hosting; scales from 0 to thousands during viral traffic spikes.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383280"/>
            <a:ext cx="5029200" cy="118872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520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64FFDA"/>
                </a:solidFill>
              </a:rPr>
              <a:t>🔷 Google Cloud Build</a:t>
            </a:r>
          </a:p>
          <a:p>
            <a:r>
              <a:rPr sz="1250">
                <a:solidFill>
                  <a:srgbClr val="E6F1FF"/>
                </a:solidFill>
              </a:rPr>
              <a:t>CI/CD automated container build pipeline (cloudbuild.yaml) for rapid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54880"/>
            <a:ext cx="5029200" cy="118872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892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64FFDA"/>
                </a:solidFill>
              </a:rPr>
              <a:t>🔷 Google Cloud Storage</a:t>
            </a:r>
          </a:p>
          <a:p>
            <a:r>
              <a:rPr sz="1250">
                <a:solidFill>
                  <a:srgbClr val="E6F1FF"/>
                </a:solidFill>
              </a:rPr>
              <a:t>Encrypted, compliant storage for medical bills, clinical letters, and social collateral.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754880"/>
            <a:ext cx="5029200" cy="118872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892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600">
                <a:solidFill>
                  <a:srgbClr val="64FFDA"/>
                </a:solidFill>
              </a:rPr>
              <a:t>🔷 Google Cloud Firestore</a:t>
            </a:r>
          </a:p>
          <a:p>
            <a:r>
              <a:rPr sz="1250">
                <a:solidFill>
                  <a:srgbClr val="E6F1FF"/>
                </a:solidFill>
              </a:rPr>
              <a:t>Sub-second real-time sync for live donation progress bars and atomic status 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64FFDA"/>
                </a:solidFill>
              </a:rPr>
              <a:t>HACKATHON DEMO WALKTHROUGH</a:t>
            </a:r>
          </a:p>
          <a:p>
            <a:r>
              <a:rPr b="1" sz="2600">
                <a:solidFill>
                  <a:srgbClr val="E6F1FF"/>
                </a:solidFill>
              </a:rPr>
              <a:t>Five Core Demonstrations to Experience in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0362895" cy="73152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21408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64FFDA"/>
                </a:solidFill>
              </a:rPr>
              <a:t>1. Live Discovery Grid (/) — </a:t>
            </a:r>
            <a:r>
              <a:rPr sz="1350">
                <a:solidFill>
                  <a:srgbClr val="E6F1FF"/>
                </a:solidFill>
              </a:rPr>
              <a:t>4 seeded campaigns illustrating Active, Target Reached, Discrepancy Flagged, and SMA viral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80360"/>
            <a:ext cx="10362895" cy="731520"/>
          </a:xfrm>
          <a:prstGeom prst="roundRect">
            <a:avLst/>
          </a:prstGeom>
          <a:solidFill>
            <a:srgbClr val="172A45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990088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64FFDA"/>
                </a:solidFill>
              </a:rPr>
              <a:t>2. Live Mutex Overfunding (/campaign/cmp_rohan_heart) — </a:t>
            </a:r>
            <a:r>
              <a:rPr sz="1350">
                <a:solidFill>
                  <a:srgbClr val="E6F1FF"/>
                </a:solidFill>
              </a:rPr>
              <a:t>Click 'Test Overfunding Protection': progress bar hits 100%, locks donations, and routes surplus to hospital.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10362895" cy="73152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858767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64FFDA"/>
                </a:solidFill>
              </a:rPr>
              <a:t>3. Gemini Creator Studio (/creator-studio) — </a:t>
            </a:r>
            <a:r>
              <a:rPr sz="1350">
                <a:solidFill>
                  <a:srgbClr val="E6F1FF"/>
                </a:solidFill>
              </a:rPr>
              <a:t>Generate 9:16 vertical Reel scripts in Hindi/Spanish and preview inside interactive smartphone mockup.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17720"/>
            <a:ext cx="10362895" cy="73152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727448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64FFDA"/>
                </a:solidFill>
              </a:rPr>
              <a:t>4. Viral Flyer Scanner (Tab 5) — </a:t>
            </a:r>
            <a:r>
              <a:rPr sz="1350">
                <a:solidFill>
                  <a:srgbClr val="E6F1FF"/>
                </a:solidFill>
              </a:rPr>
              <a:t>Gemini Vision audits the Baby Elroy flyer, flags personal UPI (limsontt1@fbl), and generates verified escrow.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486400"/>
            <a:ext cx="10362895" cy="731520"/>
          </a:xfrm>
          <a:prstGeom prst="roundRect">
            <a:avLst/>
          </a:prstGeom>
          <a:solidFill>
            <a:srgbClr val="172A45"/>
          </a:solidFill>
          <a:ln>
            <a:solidFill>
              <a:srgbClr val="2D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596128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64FFDA"/>
                </a:solidFill>
              </a:rPr>
              <a:t>5. Hospital Escrow Portal (/hospital-escrow) — </a:t>
            </a:r>
            <a:r>
              <a:rPr sz="1350">
                <a:solidFill>
                  <a:srgbClr val="E6F1FF"/>
                </a:solidFill>
              </a:rPr>
              <a:t>View real-time inward settlement records with cryptographic transaction hashes and 0% creator cut.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64FFDA"/>
                </a:solidFill>
              </a:rPr>
              <a:t>RESULTS &amp; IMPACT</a:t>
            </a:r>
          </a:p>
          <a:p>
            <a:r>
              <a:rPr b="1" sz="2600">
                <a:solidFill>
                  <a:srgbClr val="E6F1FF"/>
                </a:solidFill>
              </a:rPr>
              <a:t>Test Suite Perfection &amp; Transformational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4937760" cy="4023360"/>
          </a:xfrm>
          <a:prstGeom prst="roundRect">
            <a:avLst/>
          </a:prstGeom>
          <a:solidFill>
            <a:srgbClr val="172A45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64FFDA"/>
                </a:solidFill>
              </a:rPr>
              <a:t>✅ 16 / 16 Automated Tests Passing</a:t>
            </a:r>
          </a:p>
          <a:p>
            <a:r>
              <a:rPr sz="1300">
                <a:solidFill>
                  <a:srgbClr val="E6F1FF"/>
                </a:solidFill>
              </a:rPr>
              <a:t>• Negative &amp; $0 donation guards verified
• Mutex concurrency lock under race conditions
• Rejection of donations on completed campaigns
• Live-status real-time polling stream
• Human verifier cryptographic certificate hash
• Gemini Multilingual Reel &amp; Caption generation
• Multimodal Vision viral flyer forensic scanner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011680"/>
            <a:ext cx="4937760" cy="4023360"/>
          </a:xfrm>
          <a:prstGeom prst="roundRect">
            <a:avLst/>
          </a:prstGeom>
          <a:solidFill>
            <a:srgbClr val="172A4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F59E0B"/>
                </a:solidFill>
              </a:rPr>
              <a:t>🌍 Humanitarian Impact</a:t>
            </a:r>
          </a:p>
          <a:p>
            <a:r>
              <a:rPr sz="1300">
                <a:solidFill>
                  <a:srgbClr val="E6F1FF"/>
                </a:solidFill>
              </a:rPr>
              <a:t>• Rebuilds donor trust in social media philanthropy
• Guarantees 100% of donated capital settles at hospitals
• Eliminates creator embezzlement &amp; wallet diversion
• Ensures overfunding flows to emergency pediatric care
• Democratizes fundraising across 6 regional languages
• Ready for instant deployment on Google Cloud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