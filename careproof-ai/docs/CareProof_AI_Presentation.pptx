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400"/>
              </a:spcAft>
              <a:buNone/>
              <a:defRPr sz="2400" b="1">
                <a:solidFill>
                  <a:srgbClr val="FFFFFF"/>
                </a:solidFill>
              </a:defRPr>
            </a:pPr>
            <a: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600"/>
              </a:spcAft>
              <a:defRPr sz="1600" b="1">
                <a:solidFill>
                  <a:srgbClr val="64FFDA"/>
                </a:solidFill>
              </a:defRPr>
            </a:pPr>
            <a:r>
              <a:t>Team name:  </a:t>
            </a:r>
            <a:r>
              <a:rPr b="1">
                <a:solidFill>
                  <a:srgbClr val="FFFFFF"/>
                </a:solidFill>
              </a:rPr>
              <a:t>The 404 Brigade</a:t>
            </a:r>
          </a:p>
          <a:p>
            <a:pPr>
              <a:spcAft>
                <a:spcPts val="800"/>
              </a:spcAft>
              <a:defRPr sz="1600" b="1">
                <a:solidFill>
                  <a:srgbClr val="64FFDA"/>
                </a:solidFill>
              </a:defRPr>
            </a:pPr>
            <a:r>
              <a:t>Team leader name:  </a:t>
            </a:r>
            <a:r>
              <a:rPr b="1">
                <a:solidFill>
                  <a:srgbClr val="FFFFFF"/>
                </a:solidFill>
              </a:rPr>
              <a:t>Suraj S</a:t>
            </a:r>
          </a:p>
          <a:p>
            <a:pPr>
              <a:spcAft>
                <a:spcPts val="400"/>
              </a:spcAft>
              <a:defRPr sz="1600" b="1">
                <a:solidFill>
                  <a:srgbClr val="64FFDA"/>
                </a:solidFill>
              </a:defRPr>
            </a:pPr>
            <a:r>
              <a:t>Problem Statement:  </a:t>
            </a:r>
            <a:r>
              <a:rPr sz="1300">
                <a:solidFill>
                  <a:srgbClr val="FFFFFF"/>
                </a:solidFill>
              </a:rPr>
              <a:t>CareProof AI — Transparent Social Media Medical Fundraising:
Solving Claim Fraud, Creator Wallet Diversion, and Uncapped Overfunding via Gemini Multimodal Verification &amp; Direct Hospital Escrow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280160"/>
            <a:ext cx="8046720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1520" y="137160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EF4444"/>
                </a:solidFill>
              </a:defRPr>
            </a:pPr>
            <a:r>
              <a:t>🚨 The Core Problem</a:t>
            </a:r>
          </a:p>
          <a:p>
            <a:pPr>
              <a:spcAft>
                <a:spcPts val="0"/>
              </a:spcAft>
              <a:defRPr sz="1200" b="0">
                <a:solidFill>
                  <a:srgbClr val="FFFFFF"/>
                </a:solidFill>
              </a:defRPr>
            </a:pPr>
            <a:r>
              <a:t>Social media raises millions for critical healthcare, but donors cannot verify bills, money lands in creator personal bank/UPI accounts, and viral posts raise 200-500% over bills with zero caps or accountability.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8640" y="2468880"/>
            <a:ext cx="8046720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256032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64FFDA"/>
                </a:solidFill>
              </a:defRPr>
            </a:pPr>
            <a:r>
              <a:t>✨ The CareProof Solution</a:t>
            </a:r>
          </a:p>
          <a:p>
            <a:pPr>
              <a:spcAft>
                <a:spcPts val="0"/>
              </a:spcAft>
              <a:defRPr sz="1200" b="0">
                <a:solidFill>
                  <a:srgbClr val="FFFFFF"/>
                </a:solidFill>
              </a:defRPr>
            </a:pPr>
            <a:r>
              <a:t>A transparent, AI-assisted medical crowdfunding platform that bridges social campaigns directly with verified hospital billing escrow accounts (Apollo, Fortis, Tata Memorial) and real-time overfunding locks.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48640" y="3657600"/>
            <a:ext cx="8046720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1520" y="374904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2C55E"/>
                </a:solidFill>
              </a:defRPr>
            </a:pPr>
            <a:r>
              <a:t>🤖 Google Gemini Multimodal Core</a:t>
            </a:r>
          </a:p>
          <a:p>
            <a:pPr>
              <a:spcAft>
                <a:spcPts val="0"/>
              </a:spcAft>
              <a:defRPr sz="1200" b="0">
                <a:solidFill>
                  <a:srgbClr val="FFFFFF"/>
                </a:solidFill>
              </a:defRPr>
            </a:pPr>
            <a:r>
              <a:t>Uses Gemini 2.0 Flash to extract clinical line-items, cross-check claimed amounts against authentic hospital quotes (+89% inflation flags), audit viral social flyers, and generate multilingual 9:16 video scripts.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57200" y="1280160"/>
            <a:ext cx="2651760" cy="347472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13716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64FFDA"/>
                </a:solidFill>
              </a:defRPr>
            </a:pPr>
            <a:r>
              <a:t>1. How different is it from existing ideas?</a:t>
            </a:r>
          </a:p>
          <a:p>
            <a:pPr>
              <a:spcAft>
                <a:spcPts val="0"/>
              </a:spcAft>
              <a:defRPr sz="1100" b="0">
                <a:solidFill>
                  <a:srgbClr val="FFFFFF"/>
                </a:solidFill>
              </a:defRPr>
            </a:pPr>
            <a:r>
              <a:t>Existing platforms (GoFundMe, Milaap, Ketto) disburse money straight to creator personal accounts with zero hospital oversight and zero caps. CareProof AI enforces a 100% Zero-Wallet Architecture where funds route strictly to verified hospital billing accounts.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46120" y="1280160"/>
            <a:ext cx="2651760" cy="347472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83280" y="13716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D9488"/>
                </a:solidFill>
              </a:defRPr>
            </a:pPr>
            <a:r>
              <a:t>2. How will it be able to solve the problem?</a:t>
            </a:r>
          </a:p>
          <a:p>
            <a:pPr>
              <a:spcAft>
                <a:spcPts val="0"/>
              </a:spcAft>
              <a:defRPr sz="1100" b="0">
                <a:solidFill>
                  <a:srgbClr val="FFFFFF"/>
                </a:solidFill>
              </a:defRPr>
            </a:pPr>
            <a:r>
              <a:t>• Clinical Verification: Gemini OCR audits hospital invoices before campaigns go live.</a:t>
            </a:r>
            <a:br/>
            <a:r>
              <a:t>• Overfunding Lock: A thread-safe mutex lock caps donations at 100% and diverts surplus to pediatric funds.</a:t>
            </a:r>
            <a:br/>
            <a:r>
              <a:t>• Cryptographic Receipts: Every donor gets an immutable SHA-256 transaction hash.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0" y="1280160"/>
            <a:ext cx="2651760" cy="347472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72200" y="13716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F59E0B"/>
                </a:solidFill>
              </a:defRPr>
            </a:pPr>
            <a:r>
              <a:t>3. Unique Selling Proposition (USP)</a:t>
            </a:r>
          </a:p>
          <a:p>
            <a:pPr>
              <a:spcAft>
                <a:spcPts val="0"/>
              </a:spcAft>
              <a:defRPr sz="1100" b="0">
                <a:solidFill>
                  <a:srgbClr val="FFFFFF"/>
                </a:solidFill>
              </a:defRPr>
            </a:pPr>
            <a:r>
              <a:t>★ Direct Hospital Escrow Guarantee (0.00% creator cut)</a:t>
            </a:r>
            <a:br/>
            <a:r>
              <a:t>★ Thread-Safe Overfunding Mutex Lock &amp; Emergency Pediatric Pool</a:t>
            </a:r>
            <a:br/>
            <a:r>
              <a:t>★ Multimodal Gemini Vision Flyer Scanner for viral Instagram/TikTok posts</a:t>
            </a:r>
            <a:br/>
            <a:r>
              <a:t>★ Multilingual 9:16 Vertical Reel Studio across 6 languages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457200" y="1280160"/>
            <a:ext cx="2651760" cy="160020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6928" y="137160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64FFDA"/>
                </a:solidFill>
              </a:defRPr>
            </a:pPr>
            <a:r>
              <a:t>🏥 Direct Hospital Escrow Routing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100% of proceeds settle directly to Apollo, Fortis, or Tata Memorial billing accounts. Influencer access: 0.00% BLOCKED.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246120" y="1280160"/>
            <a:ext cx="2651760" cy="160020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355848" y="137160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64FFDA"/>
                </a:solidFill>
              </a:defRPr>
            </a:pPr>
            <a:r>
              <a:t>🔒 Thread-Safe Overfunding Lock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Atomic mutex lock disables donations at $0 remaining and transparently routes overflow to the Hospital Pediatric Emergency Pool.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5040" y="1280160"/>
            <a:ext cx="2651760" cy="160020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44768" y="137160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64FFDA"/>
                </a:solidFill>
              </a:defRPr>
            </a:pPr>
            <a:r>
              <a:t>🔍 Multimodal Viral Flyer Scanner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Gemini 2.0 Flash Vision audits Instagram/TikTok flyers, detects personal UPI IDs (limsontt1@fbl), and migrates them to escrow.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7200" y="3017520"/>
            <a:ext cx="2651760" cy="160020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10896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64FFDA"/>
                </a:solidFill>
              </a:defRPr>
            </a:pPr>
            <a:r>
              <a:t>🩺 Human-in-the-Loop Verifier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Gemini flags clinical inflation discrepancies (+89.2% on Vikram Singh); authorized medical verifiers sign cryptographic SHA-256 certificates.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46120" y="3017520"/>
            <a:ext cx="2651760" cy="160020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355848" y="310896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64FFDA"/>
                </a:solidFill>
              </a:defRPr>
            </a:pPr>
            <a:r>
              <a:t>🎬 Multilingual 9:16 Reel Studio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Generates high-converting vertical video scripts in Hindi, Spanish, Tamil, English, Bengali, and Marathi with smartphone preview.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35040" y="3017520"/>
            <a:ext cx="2651760" cy="160020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44768" y="310896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64FFDA"/>
                </a:solidFill>
              </a:defRPr>
            </a:pPr>
            <a:r>
              <a:t>📋 Hospital Settlement Portal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Real-time billing ledger showing inward transfers, receipt hashes (CP-REC-XXXXX), and pediatric pool allocations for hospital accountants.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34440"/>
            <a:ext cx="82296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457200" y="1234440"/>
            <a:ext cx="2560320" cy="35204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57200" y="12801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FFDA"/>
                </a:solidFill>
              </a:defRPr>
            </a:pPr>
            <a:r>
              <a:t>1. Live Discovery Grid (/)</a:t>
            </a:r>
          </a:p>
        </p:txBody>
      </p:sp>
      <p:pic>
        <p:nvPicPr>
          <p:cNvPr id="106" name="Picture 105" descr="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645920"/>
            <a:ext cx="2377440" cy="301752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3291840" y="1234440"/>
            <a:ext cx="2560320" cy="35204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91840" y="12801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FFDA"/>
                </a:solidFill>
              </a:defRPr>
            </a:pPr>
            <a:r>
              <a:t>2. Direct Escrow &amp; Overfunding (/campaign/...)</a:t>
            </a:r>
          </a:p>
        </p:txBody>
      </p:sp>
      <p:pic>
        <p:nvPicPr>
          <p:cNvPr id="109" name="Picture 108" descr="rohan_campaig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1645920"/>
            <a:ext cx="2377440" cy="3017520"/>
          </a:xfrm>
          <a:prstGeom prst="rect">
            <a:avLst/>
          </a:prstGeom>
        </p:spPr>
      </p:pic>
      <p:sp>
        <p:nvSpPr>
          <p:cNvPr id="110" name="Rounded Rectangle 109"/>
          <p:cNvSpPr/>
          <p:nvPr/>
        </p:nvSpPr>
        <p:spPr>
          <a:xfrm>
            <a:off x="6126480" y="1234440"/>
            <a:ext cx="2560320" cy="35204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126480" y="12801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FFDA"/>
                </a:solidFill>
              </a:defRPr>
            </a:pPr>
            <a:r>
              <a:t>3. Gemini Reel Studio (/creator-studio)</a:t>
            </a:r>
          </a:p>
        </p:txBody>
      </p:sp>
      <p:pic>
        <p:nvPicPr>
          <p:cNvPr id="112" name="Picture 111" descr="creator_studi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1645920"/>
            <a:ext cx="23774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34440"/>
            <a:ext cx="82296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457200" y="1280160"/>
            <a:ext cx="402336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4360" y="1353312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64FFDA"/>
                </a:solidFill>
              </a:defRPr>
            </a:pPr>
            <a:r>
              <a:t>🔷 Google Gemini 2.0 Flash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</a:defRPr>
            </a:pPr>
            <a:r>
              <a:t>Multimodal Vision for viral flyer forensics, OCR on hospital bills, and sub-second reasoning.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663440" y="1280160"/>
            <a:ext cx="402336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800600" y="1353312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64FFDA"/>
                </a:solidFill>
              </a:defRPr>
            </a:pPr>
            <a:r>
              <a:t>🔷 Google Gemini 1.5 Pro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</a:defRPr>
            </a:pPr>
            <a:r>
              <a:t>Multilingual 9:16 Reel scripts across 6 languages, culturally adapted hooks, and accessible story translation.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57200" y="2148839"/>
            <a:ext cx="402336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94360" y="2221991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64FFDA"/>
                </a:solidFill>
              </a:defRPr>
            </a:pPr>
            <a:r>
              <a:t>🔷 Google Cloud Run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</a:defRPr>
            </a:pPr>
            <a:r>
              <a:t>Serverless container hosting with scale-to-zero when idle and instant concurrency auto-scaling.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663440" y="2148839"/>
            <a:ext cx="402336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800600" y="2221991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64FFDA"/>
                </a:solidFill>
              </a:defRPr>
            </a:pPr>
            <a:r>
              <a:t>🔷 Google Cloud Build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</a:defRPr>
            </a:pPr>
            <a:r>
              <a:t>Automated CI/CD pipeline building Docker images directly from git commits (cloudbuild.yaml).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7200" y="3017520"/>
            <a:ext cx="402336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94360" y="3090672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64FFDA"/>
                </a:solidFill>
              </a:defRPr>
            </a:pPr>
            <a:r>
              <a:t>🔷 Google Cloud Storage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</a:defRPr>
            </a:pPr>
            <a:r>
              <a:t>Encrypted storage for patient clinical quotes, medical records, and generated video assets.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663440" y="3017520"/>
            <a:ext cx="402336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800600" y="3090672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64FFDA"/>
                </a:solidFill>
              </a:defRPr>
            </a:pPr>
            <a:r>
              <a:t>🔷 Firebase / Cloud Firestore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</a:defRPr>
            </a:pPr>
            <a:r>
              <a:t>Sub-second real-time database powering live donation streams and immutable transaction audits.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57200" y="3886200"/>
            <a:ext cx="402336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94360" y="3959352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64FFDA"/>
                </a:solidFill>
              </a:defRPr>
            </a:pPr>
            <a:r>
              <a:t>🔷 FastAPI &amp; Python 3.11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</a:defRPr>
            </a:pPr>
            <a:r>
              <a:t>High-throughput asynchronous core engine with Pydantic validation guards and threading.Lock mutex.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663440" y="3886200"/>
            <a:ext cx="402336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800600" y="3959352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64FFDA"/>
                </a:solidFill>
              </a:defRPr>
            </a:pPr>
            <a:r>
              <a:t>🔷 Tailwind &amp; Glassmorphic UI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</a:defRPr>
            </a:pPr>
            <a:r>
              <a:t>Mobile-first responsive donor experience with real-time SSE progress bars and phone Reel simulator.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548640" y="1280160"/>
            <a:ext cx="8046720" cy="621792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31520" y="1353312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50" b="0">
                <a:solidFill>
                  <a:srgbClr val="64FFDA"/>
                </a:solidFill>
              </a:defRPr>
            </a:pPr>
            <a:r>
              <a:t>Google Cloud Run  —  Free Tier includes 2M requests/mo. Under high traffic spikes: ~$5.00 / month. Scales to zero when idle.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48640" y="1975104"/>
            <a:ext cx="8046720" cy="621792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31520" y="2048256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50" b="0">
                <a:solidFill>
                  <a:srgbClr val="0D9488"/>
                </a:solidFill>
              </a:defRPr>
            </a:pPr>
            <a:r>
              <a:t>Google Gemini 2.0 Flash  —  Generous free tier on AI Studio. In production: ~$0.0001 per multimodal flyer audit. ~$2.00 - $4.00 / month.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8640" y="2670048"/>
            <a:ext cx="8046720" cy="621792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1520" y="274320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50" b="0">
                <a:solidFill>
                  <a:srgbClr val="22C55E"/>
                </a:solidFill>
              </a:defRPr>
            </a:pPr>
            <a:r>
              <a:t>Google Cloud Storage  —  Standard GCS storage for clinical records and flyers. 10,000 campaigns = ~5GB: ~$0.15 / month.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48640" y="3364992"/>
            <a:ext cx="8046720" cy="621792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1520" y="3438144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50" b="0">
                <a:solidFill>
                  <a:srgbClr val="FFFFFF"/>
                </a:solidFill>
              </a:defRPr>
            </a:pPr>
            <a:r>
              <a:t>Firebase Cloud Firestore  —  Free Tier provides 50,000 reads/day. Production live progress streams: ~$2.50 / month.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48640" y="4059935"/>
            <a:ext cx="8046720" cy="621792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4133087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50" b="1">
                <a:solidFill>
                  <a:srgbClr val="F59E0B"/>
                </a:solidFill>
              </a:defRPr>
            </a:pPr>
            <a:r>
              <a:t>TOTAL ESTIMATED PILOT TCO  —  Under $10.00 — $15.00 / month total operating expenditure due to serverless Google Cloud architecture.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457200" y="1234440"/>
            <a:ext cx="2560320" cy="35204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57200" y="12801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64FFDA"/>
                </a:solidFill>
              </a:defRPr>
            </a:pPr>
            <a:r>
              <a:t>Viral Story Scanner (Gemini Vision)</a:t>
            </a:r>
          </a:p>
        </p:txBody>
      </p:sp>
      <p:pic>
        <p:nvPicPr>
          <p:cNvPr id="138" name="Picture 137" descr="scanner_t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645920"/>
            <a:ext cx="2377440" cy="3017520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3291840" y="1234440"/>
            <a:ext cx="2560320" cy="35204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291840" y="12801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64FFDA"/>
                </a:solidFill>
              </a:defRPr>
            </a:pPr>
            <a:r>
              <a:t>Human-in-the-Loop Verifier Copilot</a:t>
            </a:r>
          </a:p>
        </p:txBody>
      </p:sp>
      <p:pic>
        <p:nvPicPr>
          <p:cNvPr id="141" name="Picture 140" descr="verifi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1645920"/>
            <a:ext cx="2377440" cy="3017520"/>
          </a:xfrm>
          <a:prstGeom prst="rect">
            <a:avLst/>
          </a:prstGeom>
        </p:spPr>
      </p:pic>
      <p:sp>
        <p:nvSpPr>
          <p:cNvPr id="142" name="Rounded Rectangle 141"/>
          <p:cNvSpPr/>
          <p:nvPr/>
        </p:nvSpPr>
        <p:spPr>
          <a:xfrm>
            <a:off x="6126480" y="1234440"/>
            <a:ext cx="2560320" cy="35204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26480" y="12801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64FFDA"/>
                </a:solidFill>
              </a:defRPr>
            </a:pPr>
            <a:r>
              <a:t>Hospital Inward Settlement Ledger</a:t>
            </a:r>
          </a:p>
        </p:txBody>
      </p:sp>
      <p:pic>
        <p:nvPicPr>
          <p:cNvPr id="144" name="Picture 143" descr="hospital_escr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1645920"/>
            <a:ext cx="23774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548640" y="1280160"/>
            <a:ext cx="804672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31520" y="1353312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2C55E"/>
                </a:solidFill>
              </a:defRPr>
            </a:pPr>
            <a:r>
              <a:t>✅ 16 / 16 Automated Integration Tests Passing (100%)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End-to-end regression test suite covering health checks, negative donation guards, pending campaign blocks, overfunding mutex caps, and multilingual AI endpoints.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2148839"/>
            <a:ext cx="804672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31520" y="2221991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64FFDA"/>
                </a:solidFill>
              </a:defRPr>
            </a:pPr>
            <a:r>
              <a:t>⚡ Gemini Inference Speed: ~820ms Latency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Gemini 2.0 Flash synthesizes full 9:16 vertical video scripts, scene visual hooks, and voiceovers in under 1 second. Multimodal flyer forensic analysis finishes in ~1.1s.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48640" y="3017520"/>
            <a:ext cx="804672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3090672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59E0B"/>
                </a:solidFill>
              </a:defRPr>
            </a:pPr>
            <a:r>
              <a:t>🔒 Mutex Concurrency &amp; Race Condition Benchmark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Zero race conditions detected under high-frequency simulated concurrent donation webhooks. Campaign atomically locks at exactly 100% with surplus routed to pediatric fund.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3886200"/>
            <a:ext cx="804672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31520" y="3959352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</a:defRPr>
            </a:pPr>
            <a:r>
              <a:t>☁️ High-Availability Telemetry on Cloud Run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Sub-50ms HTTP response latency; stateless scale-to-zero capability; /healthz endpoint integrated for automated Google Cloud Run liveness probes.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548640" y="1280160"/>
            <a:ext cx="804672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31520" y="1353312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64FFDA"/>
                </a:solidFill>
              </a:defRPr>
            </a:pPr>
            <a:r>
              <a:t>1. ABHA / Ayushman Bharat Digital Mission (ABDM) Integration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Integration with India's national health stack for direct biometric verification of patient clinical records, doctor licenses, and hospital registration numbers.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48640" y="2148839"/>
            <a:ext cx="804672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31520" y="2221991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64FFDA"/>
                </a:solidFill>
              </a:defRPr>
            </a:pPr>
            <a:r>
              <a:t>2. On-Chain Zero-Knowledge Proofs (zk-SNARKs)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Cryptographic proofs that allow donors to remain fully anonymous while publicly proving on a public ledger that their money settled into the verified hospital bank account.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548640" y="3017520"/>
            <a:ext cx="804672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31520" y="3090672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64FFDA"/>
                </a:solidFill>
              </a:defRPr>
            </a:pPr>
            <a:r>
              <a:t>3. Automated Hospital EHR &amp; Billing API Connectors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Direct ERP/EHR connectors for Epic Systems, Cerner, and SAP Healthcare, automating real-time patient bed allocation upon escrow settlement.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48640" y="3886200"/>
            <a:ext cx="8046720" cy="77724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31520" y="3959352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64FFDA"/>
                </a:solidFill>
              </a:defRPr>
            </a:pPr>
            <a:r>
              <a:t>4. Cross-Border Humanitarian Escrow</a:t>
            </a:r>
          </a:p>
          <a:p>
            <a:pPr>
              <a:spcAft>
                <a:spcPts val="0"/>
              </a:spcAft>
              <a:defRPr sz="1050" b="0">
                <a:solidFill>
                  <a:srgbClr val="FFFFFF"/>
                </a:solidFill>
              </a:defRPr>
            </a:pPr>
            <a:r>
              <a:t>Global multi-currency escrow settlement for ultra-rare pediatric diseases (e.g. Zolgensma for SMA Type 1, costing $2.1M) across international boundaries.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48640" y="1280160"/>
            <a:ext cx="8046720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1520" y="137160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64FFDA"/>
                </a:solidFill>
              </a:defRPr>
            </a:pPr>
            <a:r>
              <a:t>🐙 GitHub Public Repository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https://github.com/prabhasuria/The_404_Brigade</a:t>
            </a:r>
          </a:p>
          <a:p>
            <a:pPr>
              <a:spcAft>
                <a:spcPts val="0"/>
              </a:spcAft>
              <a:defRPr sz="1000" b="0">
                <a:solidFill>
                  <a:srgbClr val="B4BED2"/>
                </a:solidFill>
              </a:defRPr>
            </a:pPr>
            <a:r>
              <a:t>Complete open-source repository containing FastAPI backend, Gemini services, test suite, Dockerfile, and architecture documentation.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548640" y="2423160"/>
            <a:ext cx="8046720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31520" y="251460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🎥 Demo Video Link (3 Minutes)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https://github.com/prabhasuria/The_404_Brigade/blob/main/docs/CareProof_AI_Real_UI_and_Icons_Walkthrough.mp4</a:t>
            </a:r>
          </a:p>
          <a:p>
            <a:pPr>
              <a:spcAft>
                <a:spcPts val="0"/>
              </a:spcAft>
              <a:defRPr sz="1000" b="0">
                <a:solidFill>
                  <a:srgbClr val="B4BED2"/>
                </a:solidFill>
              </a:defRPr>
            </a:pPr>
            <a:r>
              <a:t>Full walkthrough video showcasing the real UI, live escrow, overfunding lock, Gemini multilingual Reels, and Baby Elroy flyer scan.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48640" y="3566160"/>
            <a:ext cx="8046720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31520" y="365760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22C55E"/>
                </a:solidFill>
              </a:defRPr>
            </a:pPr>
            <a:r>
              <a:t>🚀 Final Product Link (Live &amp; Operational)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</a:defRPr>
            </a:pPr>
            <a:r>
              <a:t>https://integrate-europe-compilation-planets.trycloudflare.com</a:t>
            </a:r>
          </a:p>
          <a:p>
            <a:pPr>
              <a:spcAft>
                <a:spcPts val="0"/>
              </a:spcAft>
              <a:defRPr sz="1000" b="0">
                <a:solidFill>
                  <a:srgbClr val="B4BED2"/>
                </a:solidFill>
              </a:defRPr>
            </a:pPr>
            <a:r>
              <a:t>Live public HTTPS prototype accessible from any device worldwide. Also deployable to Google Cloud Run via 'gcloud run deploy'.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